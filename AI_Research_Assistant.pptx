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  <p:sldId id="26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FED0"/>
    <a:srgbClr val="B8FE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8C96D-403B-55D6-FCA8-25CCEA5B4E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EB6600-11AD-0E63-AC5B-0066C1D8D9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3496E-52CC-8692-6460-CF730F27B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37949-A9E1-4C4E-8984-3596A993B47F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FE45C-5BBA-BA56-058F-67425E696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054E0-C39B-F972-AEC5-79960E423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F15-EF36-413C-8484-B8971BDCD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3424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14B9E-8AB3-1F3F-CFF1-73D6890AE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6E420-0796-430E-13DA-FD9BF81B2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18994-B3E6-28E9-8487-FFDB9991B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37949-A9E1-4C4E-8984-3596A993B47F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D5511-2CC2-BAAA-C2B2-70BFD6F42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F4CC1-19D6-90A0-E96C-11C035A5C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F15-EF36-413C-8484-B8971BDCD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6170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275EB-39E3-CD18-E31A-5CB045DB7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333FCD-6E4E-4D40-1CEE-AF8C8C80A3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D1A6A-8561-ACBC-C0E0-73B4368F2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37949-A9E1-4C4E-8984-3596A993B47F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A4FE7-37CE-612D-B416-BD3ACD045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DF141-EF80-DC63-F91F-560665021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F15-EF36-413C-8484-B8971BDCD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2334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85DF4-BA89-0551-6478-1C973A1F2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D1CB3-A8D0-C94A-424C-4A31A95C91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BF38A8-2E84-7F51-394D-0997256012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4829DE-DC1C-D46F-A71A-B5E01DA98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37949-A9E1-4C4E-8984-3596A993B47F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F460A8-2302-BDAF-0103-82908F78E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80E74-A4F4-0198-426D-CC4351A47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F15-EF36-413C-8484-B8971BDCD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100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4806E-82D1-31E4-D05E-64DE5A02D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EF9C8-AE7D-5447-7FDF-278D42F42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700EC1-F067-DF84-76C9-26A2E5F9FD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5F346-235E-6F93-1BFF-BA5C2AF8E2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5AF4C5-9083-3551-77DD-D0F8681D2B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D5125C-1038-8341-C8D6-647C4AC3A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37949-A9E1-4C4E-8984-3596A993B47F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722CE-68C5-9881-027D-64F3EAF74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1E63FF-D0AB-02E8-6668-8AF08E786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F15-EF36-413C-8484-B8971BDCD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53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0C793-FE24-AAF1-19EC-E5557EE62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13FC06-CA30-70C7-AC95-322024C99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37949-A9E1-4C4E-8984-3596A993B47F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669FC1-EE91-8645-E594-B32234750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9FA409-4DC0-F2FB-FD25-F3EC91338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F15-EF36-413C-8484-B8971BDCD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5409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D28F61-40C6-23AA-F27D-C8550D978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37949-A9E1-4C4E-8984-3596A993B47F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964F83-688C-F3E2-E3E3-4097522B8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0C07A-9208-AF54-F4E0-523B263E4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F15-EF36-413C-8484-B8971BDCD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987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607B2-C7CD-C3B8-3272-864BA3A3E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A0419-CA8B-8A5F-4DA8-EBD7601F5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C244BE-2535-DC44-5116-955539FB68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B4AB4F-1330-2E5C-17C2-B577FC0D3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37949-A9E1-4C4E-8984-3596A993B47F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888C2B-F12B-E2C0-5250-995C755EA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B3A90C-8CF9-9C1B-D18E-A76CC27F8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F15-EF36-413C-8484-B8971BDCD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202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F80AC-E65C-26D2-28DE-1A735383E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BA0F9C-19C3-6C48-64DD-6154012780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21D114-B698-3427-5812-CD2B08A6D9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F776AE-35BE-9AE9-0B73-106AB91C2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37949-A9E1-4C4E-8984-3596A993B47F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4AF89-35C5-9E45-3007-F3AF48EAF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DE1509-C258-62A1-EB3F-B3B91D31D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F15-EF36-413C-8484-B8971BDCD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7161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88A80-0314-C24E-589A-37616BFAA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D2AEFA-34D4-9564-E916-D0FCE66A57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47348-5E60-F776-3318-58586F8A2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37949-A9E1-4C4E-8984-3596A993B47F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7B922-CDB7-3654-B92D-C58397627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50440-F400-13E4-DB52-E125952C6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F15-EF36-413C-8484-B8971BDCD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2607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7D8845-977D-EE80-6B3E-5DD9F49D17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AB6741-D37F-13A1-2EB7-4F8F6BC822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6CD19-C647-6EF3-5E53-53BC5FE53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37949-A9E1-4C4E-8984-3596A993B47F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7D96C-9C5C-E8B8-DF00-6132E156B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3257F-5995-B08E-FD97-E4FC7FD99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5FF15-EF36-413C-8484-B8971BDCD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5595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4F77F5-7690-0FEE-650D-DE4CFF34E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34D579-B6AB-CD25-4E97-44EB4059A4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64F96-81C9-49C7-928B-AF64986DB1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C37949-A9E1-4C4E-8984-3596A993B47F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E8816-E7F3-682F-131D-91AA657CA3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19817-7EF4-8553-E115-2F75E64552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75FF15-EF36-413C-8484-B8971BDCD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006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B74A5E4-5C3E-620E-6F67-26A7EC4E61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12638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6467F2E-98E7-DAC3-EDC4-DB2EB2C82165}"/>
              </a:ext>
            </a:extLst>
          </p:cNvPr>
          <p:cNvSpPr txBox="1"/>
          <p:nvPr/>
        </p:nvSpPr>
        <p:spPr>
          <a:xfrm>
            <a:off x="1523999" y="2349909"/>
            <a:ext cx="9645445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solidFill>
                  <a:srgbClr val="FF0000"/>
                </a:solidFill>
              </a:rPr>
              <a:t>AI Research Assistant</a:t>
            </a:r>
          </a:p>
          <a:p>
            <a:pPr algn="ctr"/>
            <a:r>
              <a:rPr lang="en-US" sz="2500" b="1" dirty="0">
                <a:solidFill>
                  <a:srgbClr val="002060"/>
                </a:solidFill>
              </a:rPr>
              <a:t>Automated Multi-Source Web Research Using Transformer Models</a:t>
            </a:r>
            <a:endParaRPr lang="en-IN" sz="25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4488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E97DA-7FB2-F22E-E7D1-F0BA54554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AEA2884-DD77-9151-0A1A-99A68F7D00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12638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FAFF65-C8CB-46F1-7DA6-7E6FF34A55DB}"/>
              </a:ext>
            </a:extLst>
          </p:cNvPr>
          <p:cNvSpPr txBox="1"/>
          <p:nvPr/>
        </p:nvSpPr>
        <p:spPr>
          <a:xfrm>
            <a:off x="943897" y="46426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Problem Statement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2F40BC-8335-B969-6E5D-23BE37299F00}"/>
              </a:ext>
            </a:extLst>
          </p:cNvPr>
          <p:cNvSpPr txBox="1"/>
          <p:nvPr/>
        </p:nvSpPr>
        <p:spPr>
          <a:xfrm>
            <a:off x="943897" y="1405580"/>
            <a:ext cx="102353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the digital age, information is abundant but scattered across numerous online sources.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Researchers and professionals often spend significant time reading multiple articles to extract useful insights.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Manual research is time-consuming, inefficient, and difficult when information is spread across many sources.</a:t>
            </a:r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63DB40E-4947-C933-E985-A1F3C3D45B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23" y="3034811"/>
            <a:ext cx="10166554" cy="1283463"/>
          </a:xfrm>
          <a:prstGeom prst="rect">
            <a:avLst/>
          </a:prstGeom>
          <a:effectLst>
            <a:glow rad="101600">
              <a:schemeClr val="tx1">
                <a:alpha val="60000"/>
              </a:schemeClr>
            </a:glo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21E4F99-70D7-23DC-D8A3-9DB2F5C986CB}"/>
              </a:ext>
            </a:extLst>
          </p:cNvPr>
          <p:cNvSpPr txBox="1"/>
          <p:nvPr/>
        </p:nvSpPr>
        <p:spPr>
          <a:xfrm>
            <a:off x="1061884" y="4640820"/>
            <a:ext cx="936030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500" b="1" dirty="0">
                <a:solidFill>
                  <a:srgbClr val="FF0000"/>
                </a:solidFill>
              </a:rPr>
              <a:t>Goal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8638A8-C2AF-496E-02AB-531C65159A78}"/>
              </a:ext>
            </a:extLst>
          </p:cNvPr>
          <p:cNvSpPr txBox="1"/>
          <p:nvPr/>
        </p:nvSpPr>
        <p:spPr>
          <a:xfrm>
            <a:off x="1061884" y="5117874"/>
            <a:ext cx="101173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Build an AI system that automatically retrieves, summarizes, and extracts insights from web articles.</a:t>
            </a:r>
          </a:p>
        </p:txBody>
      </p:sp>
    </p:spTree>
    <p:extLst>
      <p:ext uri="{BB962C8B-B14F-4D97-AF65-F5344CB8AC3E}">
        <p14:creationId xmlns:p14="http://schemas.microsoft.com/office/powerpoint/2010/main" val="4109897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2ADE4-525C-0A67-CDBE-0343BF49B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9A539AA-E0FA-DB24-A059-825AEFE7AD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12638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E4502E2-9AC0-E176-11CE-487D00F7E6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705" y="1952699"/>
            <a:ext cx="10014700" cy="4795663"/>
          </a:xfrm>
          <a:prstGeom prst="rect">
            <a:avLst/>
          </a:prstGeom>
          <a:effectLst>
            <a:glow rad="101600">
              <a:schemeClr val="tx1">
                <a:alpha val="60000"/>
              </a:schemeClr>
            </a:glo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49105B1-E5C8-DC03-EB38-2F64B431C6FF}"/>
              </a:ext>
            </a:extLst>
          </p:cNvPr>
          <p:cNvSpPr txBox="1"/>
          <p:nvPr/>
        </p:nvSpPr>
        <p:spPr>
          <a:xfrm>
            <a:off x="1101213" y="39340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Project Objectives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762558-880D-F7CA-7D2F-8BA687F02C6A}"/>
              </a:ext>
            </a:extLst>
          </p:cNvPr>
          <p:cNvSpPr txBox="1"/>
          <p:nvPr/>
        </p:nvSpPr>
        <p:spPr>
          <a:xfrm>
            <a:off x="1101213" y="1111496"/>
            <a:ext cx="101031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Project demonstrates how modern AI systems combine web retrieval, NLP processing, and transformer models to automate research workflows.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0979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0AB30-099F-CFC9-946C-587EE409B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80339FD-6898-A21A-AF93-5DE7732EB9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12638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FEE7A5-CFD3-DA9D-9AF0-5955B6A786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3368" y="968987"/>
            <a:ext cx="3093988" cy="5456393"/>
          </a:xfrm>
          <a:prstGeom prst="rect">
            <a:avLst/>
          </a:prstGeom>
          <a:effectLst>
            <a:glow rad="101600">
              <a:schemeClr val="tx1">
                <a:alpha val="60000"/>
              </a:schemeClr>
            </a:glo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C8CBE3-4CA9-703E-A9F7-5BA00299CE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644" y="1825496"/>
            <a:ext cx="7149138" cy="3743376"/>
          </a:xfrm>
          <a:prstGeom prst="rect">
            <a:avLst/>
          </a:prstGeom>
          <a:effectLst>
            <a:glow rad="101600">
              <a:schemeClr val="tx1">
                <a:alpha val="60000"/>
              </a:schemeClr>
            </a:glo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BD05DDF-70D9-0EB7-A466-322D7B02A569}"/>
              </a:ext>
            </a:extLst>
          </p:cNvPr>
          <p:cNvSpPr txBox="1"/>
          <p:nvPr/>
        </p:nvSpPr>
        <p:spPr>
          <a:xfrm>
            <a:off x="1101213" y="39340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Project Architecture</a:t>
            </a:r>
          </a:p>
        </p:txBody>
      </p:sp>
    </p:spTree>
    <p:extLst>
      <p:ext uri="{BB962C8B-B14F-4D97-AF65-F5344CB8AC3E}">
        <p14:creationId xmlns:p14="http://schemas.microsoft.com/office/powerpoint/2010/main" val="3601959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CCFDC-CD3E-0D09-B8DF-90565E9EB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603B8A04-0D40-8677-55C4-825D16C3DA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126386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0928CB1-CC14-B9B4-FE31-1489B432568D}"/>
              </a:ext>
            </a:extLst>
          </p:cNvPr>
          <p:cNvSpPr txBox="1"/>
          <p:nvPr/>
        </p:nvSpPr>
        <p:spPr>
          <a:xfrm>
            <a:off x="1042219" y="18692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Example 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39C18D-43C5-5C8A-F265-D71126796D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2724" y="981005"/>
            <a:ext cx="5067739" cy="5768840"/>
          </a:xfrm>
          <a:prstGeom prst="rect">
            <a:avLst/>
          </a:prstGeom>
          <a:effectLst>
            <a:glow rad="101600">
              <a:schemeClr val="tx1">
                <a:alpha val="60000"/>
              </a:schemeClr>
            </a:glo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DF099F-9F0F-6D00-87AD-611D301EEF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0186" y="981005"/>
            <a:ext cx="4725928" cy="5768840"/>
          </a:xfrm>
          <a:prstGeom prst="rect">
            <a:avLst/>
          </a:prstGeom>
          <a:effectLst>
            <a:glow rad="101600">
              <a:schemeClr val="tx1">
                <a:alpha val="6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657272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4745C-D2E1-81D2-1AD1-762AB5EBC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25B48E1-EE4B-B1D0-0ACA-FD34C9ADCE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12638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227C04-408D-29F0-2E77-D278A768C343}"/>
              </a:ext>
            </a:extLst>
          </p:cNvPr>
          <p:cNvSpPr txBox="1"/>
          <p:nvPr/>
        </p:nvSpPr>
        <p:spPr>
          <a:xfrm>
            <a:off x="1160207" y="93443"/>
            <a:ext cx="6597445" cy="1734001"/>
          </a:xfrm>
          <a:prstGeom prst="rect">
            <a:avLst/>
          </a:prstGeom>
          <a:ln w="12700"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>
                <a:solidFill>
                  <a:srgbClr val="FF0000"/>
                </a:solidFill>
              </a:rPr>
              <a:t>Real‑World Applications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R</a:t>
            </a:r>
            <a:r>
              <a:rPr lang="en-US" sz="1700" dirty="0">
                <a:effectLst/>
              </a:rPr>
              <a:t>esearch assistant for professionals and students.</a:t>
            </a:r>
            <a:endParaRPr lang="en-US" sz="1700" dirty="0"/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Market intelligence and competitive analysis 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A</a:t>
            </a:r>
            <a:r>
              <a:rPr lang="en-US" sz="1700" dirty="0">
                <a:effectLst/>
              </a:rPr>
              <a:t>cademic research summarization for faster learning.</a:t>
            </a:r>
            <a:endParaRPr lang="en-US" sz="1700" dirty="0"/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T</a:t>
            </a:r>
            <a:r>
              <a:rPr lang="en-US" sz="1700" dirty="0">
                <a:effectLst/>
              </a:rPr>
              <a:t>echnology trend Monitoring</a:t>
            </a:r>
            <a:endParaRPr lang="en-US" sz="17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A0D3DA-412C-9ABB-E5FF-618E29CB4701}"/>
              </a:ext>
            </a:extLst>
          </p:cNvPr>
          <p:cNvSpPr txBox="1"/>
          <p:nvPr/>
        </p:nvSpPr>
        <p:spPr>
          <a:xfrm>
            <a:off x="1160207" y="2039359"/>
            <a:ext cx="5102941" cy="1714765"/>
          </a:xfrm>
          <a:prstGeom prst="rect">
            <a:avLst/>
          </a:prstGeom>
          <a:ln w="19050"/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>
              <a:buNone/>
              <a:defRPr sz="2200" b="1">
                <a:solidFill>
                  <a:srgbClr val="FF0000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Limitations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700" b="0" dirty="0">
                <a:solidFill>
                  <a:schemeClr val="dk1"/>
                </a:solidFill>
              </a:rPr>
              <a:t>Dependence on external search API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700" b="0" dirty="0">
                <a:solidFill>
                  <a:schemeClr val="dk1"/>
                </a:solidFill>
              </a:rPr>
              <a:t>Summarization model context length limits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700" b="0" dirty="0">
                <a:solidFill>
                  <a:schemeClr val="dk1"/>
                </a:solidFill>
              </a:rPr>
              <a:t>Web content extraction may vary across websites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700" b="0" dirty="0">
                <a:solidFill>
                  <a:schemeClr val="dk1"/>
                </a:solidFill>
              </a:rPr>
              <a:t>No semantic document retrieval yet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190CC1-1613-93BF-1B76-4D6BB64350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207" y="4529621"/>
            <a:ext cx="6473806" cy="2234936"/>
          </a:xfrm>
          <a:prstGeom prst="rect">
            <a:avLst/>
          </a:prstGeom>
          <a:effectLst>
            <a:glow rad="101600">
              <a:schemeClr val="tx1">
                <a:alpha val="60000"/>
              </a:schemeClr>
            </a:glo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94635B2-4515-46ED-14B6-4AAD66706E3B}"/>
              </a:ext>
            </a:extLst>
          </p:cNvPr>
          <p:cNvSpPr txBox="1"/>
          <p:nvPr/>
        </p:nvSpPr>
        <p:spPr>
          <a:xfrm>
            <a:off x="1160207" y="4098734"/>
            <a:ext cx="6473806" cy="430887"/>
          </a:xfrm>
          <a:prstGeom prst="rect">
            <a:avLst/>
          </a:prstGeom>
          <a:ln w="19050"/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>
              <a:buNone/>
              <a:defRPr sz="2200" b="1">
                <a:solidFill>
                  <a:srgbClr val="FF0000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Future Improvements</a:t>
            </a:r>
          </a:p>
        </p:txBody>
      </p:sp>
    </p:spTree>
    <p:extLst>
      <p:ext uri="{BB962C8B-B14F-4D97-AF65-F5344CB8AC3E}">
        <p14:creationId xmlns:p14="http://schemas.microsoft.com/office/powerpoint/2010/main" val="2778887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155</Words>
  <Application>Microsoft Office PowerPoint</Application>
  <PresentationFormat>Widescreen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Geetha Palanisamy</dc:creator>
  <cp:lastModifiedBy>Geetha Palanisamy</cp:lastModifiedBy>
  <cp:revision>10</cp:revision>
  <dcterms:created xsi:type="dcterms:W3CDTF">2026-03-13T06:51:15Z</dcterms:created>
  <dcterms:modified xsi:type="dcterms:W3CDTF">2026-03-13T11:44:33Z</dcterms:modified>
</cp:coreProperties>
</file>